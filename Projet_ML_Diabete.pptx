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26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065A82">
              <a:alpha val="70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DIABÈTE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IA pour la détection précoce du diabète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Moustapha Youssouf Sall &amp; Mouhamed Moustapha SY  |  Master 2 IAGE – ISI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776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diabète est une maladie chronique touchant des millions de patients.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diagnostic tardif entraîne des complications graves et coûteuses.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permet d'automatiser et d'accélérer l'identification des patients à risque.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776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OBJECTIFS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et nettoyer les données du dataset diabetes.csv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plusieurs modèles de classification 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performances sur des métriques clés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le meilleur modèle via une application Flask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627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46888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627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19202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1772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627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Diabétiques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6656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627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Diabétiques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159587"/>
              </p:ext>
            </p:extLst>
          </p:nvPr>
        </p:nvGraphicFramePr>
        <p:xfrm>
          <a:off x="320040" y="2240280"/>
          <a:ext cx="8503920" cy="2743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grossesses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 de glucose (mg/dL)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Pression artérielle (mm Hg)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Épaisseur du pli cutané (mm)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Insuline sérique (µU/mL)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 de masse corporelle (kg/m²)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DiabetesPedigreeFunction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héréditaire du diabète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du patient (années)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Diabétique (1) / Non-</a:t>
                      </a:r>
                      <a:r>
                        <a:rPr lang="en-US" sz="115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Diabétique</a:t>
                      </a: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(0) —&gt; Variable cible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Doublons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doublon détecté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action requise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72968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6517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72968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Valeurs Manquantes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6916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Zéros biologiquement impossibles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BP, SkinThickness,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Insulin, BMI → remplacés par NaN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imputés par médiane groupée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variable Outcome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71616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071616" y="1097280"/>
            <a:ext cx="26517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71616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Valeurs Aberrantes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8776" y="16916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Winsorizing IQR ×1.5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inf = Q1 − 1.5 × IQR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sup = Q3 + 1.5 × IQR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cappées (pas supprimées)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lignes conservées intactes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Entraînés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des données : 80% Entraînement (614 individus)  |  20% Test (154 individus)  |  StandardScaler appliqué sur SVM, KNN, Logistic Regression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1554480" cy="239141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155448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26339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32740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5483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39112" y="1920240"/>
            <a:ext cx="1554480" cy="239141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039112" y="1920240"/>
            <a:ext cx="155448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039112" y="26339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39112" y="32740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39112" y="35483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58184" y="1920240"/>
            <a:ext cx="1554480" cy="239141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758184" y="1920240"/>
            <a:ext cx="155448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758184" y="26339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58184" y="32740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58184" y="35483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77256" y="1920240"/>
            <a:ext cx="1554480" cy="239141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477256" y="1920240"/>
            <a:ext cx="155448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477256" y="26339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77256" y="32740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77256" y="35483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196328" y="1920240"/>
            <a:ext cx="1554480" cy="239141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7196328" y="1920240"/>
            <a:ext cx="155448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196328" y="26339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96328" y="32740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96328" y="35483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&amp; Comparaison des Modèles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570450"/>
              </p:ext>
            </p:extLst>
          </p:nvPr>
        </p:nvGraphicFramePr>
        <p:xfrm>
          <a:off x="320040" y="1097280"/>
          <a:ext cx="841248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703320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320040" y="3703320"/>
            <a:ext cx="10972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4"/>
          <p:cNvSpPr/>
          <p:nvPr/>
        </p:nvSpPr>
        <p:spPr>
          <a:xfrm>
            <a:off x="594360" y="3749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sélectionné </a:t>
            </a: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meilleure Accuracy (87.66%) et Recall (83.64%), limitant les faux négatifs (diabétiques non </a:t>
            </a:r>
            <a:r>
              <a:rPr lang="en-US" sz="1300" dirty="0" err="1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détectés</a:t>
            </a: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—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Non Diabétique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51760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Diabétique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" y="1188720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Non Diabétique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" y="2560320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Diabétique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334057"/>
            <a:ext cx="155448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97280" y="1334057"/>
            <a:ext cx="1554480" cy="8915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97280" y="2225597"/>
            <a:ext cx="1554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Négatifs (TN)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334060"/>
            <a:ext cx="155448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651760" y="1334057"/>
            <a:ext cx="1554480" cy="8915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51760" y="2225597"/>
            <a:ext cx="1554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 (FP)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2705657"/>
            <a:ext cx="1554480" cy="1371600"/>
          </a:xfrm>
          <a:prstGeom prst="rect">
            <a:avLst/>
          </a:prstGeom>
          <a:solidFill>
            <a:srgbClr val="FFF3F0"/>
          </a:solidFill>
          <a:ln w="12700">
            <a:solidFill>
              <a:srgbClr val="FFD5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097280" y="2705657"/>
            <a:ext cx="1554480" cy="8915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97280" y="3597197"/>
            <a:ext cx="1554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Négatifs (FN)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2705657"/>
            <a:ext cx="155448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651760" y="2705657"/>
            <a:ext cx="1554480" cy="8915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651760" y="3597197"/>
            <a:ext cx="1554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Positifs (TP)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118872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029200" y="1188720"/>
            <a:ext cx="914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21208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(89+46)/154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1234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029200" y="210312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029200" y="2103120"/>
            <a:ext cx="914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212080" y="2148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46/(46+10)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2148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029200" y="301752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029200" y="3017520"/>
            <a:ext cx="914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212080" y="3063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46/(46+9)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30632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5029200" y="393192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029200" y="3931920"/>
            <a:ext cx="914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212080" y="3977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82.9%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— Application Flask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3515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835150"/>
            <a:ext cx="18288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274955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6959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paramètres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33807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14600" y="183515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514600" y="1835150"/>
            <a:ext cx="18288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14600" y="274955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306959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(POST)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233807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3515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63440" y="1835150"/>
            <a:ext cx="18288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63440" y="274955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06959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33807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12280" y="183515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812280" y="1835150"/>
            <a:ext cx="182880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12280" y="274955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06959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%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Bilan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321040" cy="594360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Données nettoyées : zéros imputés par médiane groupée, outliers corrigés par Winsorizing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8321040" cy="594360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modèles évalués : Logistic Regression, Decision Tree, Random Forest, SVM, KNN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15184"/>
            <a:ext cx="8321040" cy="594360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Forest sélectionné : Accuracy 87.7% · Recall 83.6% · F1-Score 82.9%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28416"/>
            <a:ext cx="8321040" cy="594360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332841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Flask déployée : formulaire interactif avec prédiction en temps réel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8321040" cy="594360"/>
          </a:xfrm>
          <a:prstGeom prst="rect">
            <a:avLst/>
          </a:prstGeom>
          <a:solidFill>
            <a:srgbClr val="065A82">
              <a:alpha val="60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404164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: dataset de 768 patients — performances à valider sur données plus larges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Moustapha Youssouf Sall &amp; Mouhamed Moustapha SY  |  Master 2 IAGE – ISI  | 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615</Words>
  <Application>Microsoft Office PowerPoint</Application>
  <PresentationFormat>Affichage à l'écran (16:9)</PresentationFormat>
  <Paragraphs>186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Machine Learning - Prédiction du Diabète</dc:title>
  <dc:subject>PptxGenJS Presentation</dc:subject>
  <dc:creator>PptxGenJS</dc:creator>
  <cp:lastModifiedBy>Moustapha sall</cp:lastModifiedBy>
  <cp:revision>21</cp:revision>
  <dcterms:created xsi:type="dcterms:W3CDTF">2026-03-07T06:41:07Z</dcterms:created>
  <dcterms:modified xsi:type="dcterms:W3CDTF">2026-03-07T07:10:58Z</dcterms:modified>
</cp:coreProperties>
</file>